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2F7A-78F4-B2D7-2F05-C88F325E1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9A415-0EFF-02E5-7773-CD711888D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28C6A-8E36-7343-C965-5191BDC5E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D47E-EB33-3CFB-409E-D7444C54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65E7-D16C-4D4B-6411-DCBB7070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9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89D6-F2E4-3765-C867-CBDA3A31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DAB9F-E276-715D-34B5-6A670053C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DE989-DDF6-9A62-E353-C633BAB2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1AEEA-CE0E-5866-2DFA-7FD95D2A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F88CE-0C4C-F7DE-B706-00E44220E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3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3975-7EA5-F1AE-E3E7-BE687F4A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3CCC8-B2D9-0F6D-A0E0-98981092F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66601-6240-0789-D386-36A5F0DE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D6AE2-23B1-A683-3425-395F692C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C2553-BB8A-4F6B-A097-8D31AE4C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6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CD90-FE31-F842-07CA-E5D7DBA4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0900-397A-8A8B-381E-4F02DAF4E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8532B-8E1F-11C8-7E47-491DD365B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D1E28-FB68-134E-A6CE-89A30399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64762-6E0D-A6A7-631E-3343CD55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0AE9F-4C3D-4BEA-E2EB-B7C66110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4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C12BF-5DA6-7376-3666-723C79A4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A1781-D859-9BB4-F9D7-BC9AF0179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7F8D9-3BF7-E547-979B-91AB22976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013E4-936F-B246-4E6E-50EDDD2E8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9274D-794E-4E4A-3744-D459DCFFB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A033AC-E2DD-D5B2-41AD-47FFA680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0C7400-A90A-3223-8580-394C28D2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C7699-C168-3453-A551-39DF20AA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1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512F-CE0D-A834-5B70-7B3043F9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25878-7671-318C-AED1-F4A013E0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24424-5020-AC02-FE2D-A5C815EE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35498-459B-CA5C-56D4-32041C96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5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69C7E-1234-1DE4-2F6B-B8049117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4297BE-AFC1-FBB4-F4E9-B69911C9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D18F-E14E-2B84-E806-E6761B1F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7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D02C-B26D-71D8-5700-1E213B91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3998-B88D-C1CC-CF13-E58079D6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FDB51-8446-45A0-49B6-678F2EAA7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D20B7-4E4A-2AF0-5EB9-A0D63BDB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6A5CD-4D6D-5C3B-FA03-26F9B66C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80151-D927-695C-C495-82674AAD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43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8212-F7C7-ABF0-D252-6BCE2EDEC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BC76B-BF81-8B08-3061-337A7DFDE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2464A-1025-1A9D-2AF4-D56940227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4994C-BA86-07A3-7618-965C68BB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50482-726A-661C-56CB-9891FAEC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726E1-A3EA-E726-9A44-4A7344A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6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3888-CEEE-D3B2-85C8-770FD26D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256CC-CF96-F522-A8AD-F6E0915EC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7936-F0EE-825D-2291-DFC30DF9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7071C-1545-E996-5D02-BEEDF9A8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4F50B-478F-DF59-5784-82E9E9F0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40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5A445-5C44-778B-15F9-B460C7256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89583-42A5-F8C8-B659-F96C86DD1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4E97-E1BC-E051-D7B2-48ABF796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3355-8579-D283-77E7-AE2E2B7B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9DBAD-54D4-84D6-A58C-BA4F615B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29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56A0D-6CBF-1E5E-74BA-D0D738557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BC491-490F-D1C0-5FD6-526CD0505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8D30E-09A4-BD4F-DE18-2783499AC1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F2B28-32E9-4C7D-B815-9129C1D80BB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9CE6A-1932-E3E9-1499-040A349D4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65F72-1E19-627F-217A-DF763A20C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691E6-74A5-4516-8698-C663045F7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2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BA5635-C3AA-0B5B-8039-4A130F0C9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2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B62582-2E1D-81C5-9CC1-3540775EF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6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9C21F7-4C40-FBFC-4D85-263251618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4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98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C9DA38-2536-170F-8856-D03BD63D2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6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AECA81-2D6F-9EAF-5E1D-FEA895AFF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8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289ED2-D508-20F3-A1FE-92C887872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5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5EDB6-1354-8C62-E539-13C08282F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6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6B2D0-CABB-30B7-EC3B-8F8E3BE8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86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5F2106-C707-52B8-9346-538BE5193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vujovicgule13@gmail.com</dc:creator>
  <cp:lastModifiedBy>lazar lekic</cp:lastModifiedBy>
  <cp:revision>6</cp:revision>
  <dcterms:created xsi:type="dcterms:W3CDTF">2025-10-21T13:39:20Z</dcterms:created>
  <dcterms:modified xsi:type="dcterms:W3CDTF">2026-01-28T17:47:13Z</dcterms:modified>
</cp:coreProperties>
</file>